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League Spartan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AutoShape 3"/>
          <p:cNvSpPr/>
          <p:nvPr/>
        </p:nvSpPr>
        <p:spPr>
          <a:xfrm rot="1447">
            <a:off x="16294480" y="9219997"/>
            <a:ext cx="964812" cy="0"/>
          </a:xfrm>
          <a:prstGeom prst="line">
            <a:avLst/>
          </a:prstGeom>
          <a:ln w="38100" cap="rnd">
            <a:solidFill>
              <a:srgbClr val="F6F6F6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5765638" y="433049"/>
            <a:ext cx="6438815" cy="3744115"/>
          </a:xfrm>
          <a:custGeom>
            <a:avLst/>
            <a:gdLst/>
            <a:ahLst/>
            <a:cxnLst/>
            <a:rect l="l" t="t" r="r" b="b"/>
            <a:pathLst>
              <a:path w="6438815" h="3744115">
                <a:moveTo>
                  <a:pt x="0" y="0"/>
                </a:moveTo>
                <a:lnTo>
                  <a:pt x="6438815" y="0"/>
                </a:lnTo>
                <a:lnTo>
                  <a:pt x="6438815" y="3744115"/>
                </a:lnTo>
                <a:lnTo>
                  <a:pt x="0" y="3744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4671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3182663" y="4571155"/>
            <a:ext cx="11604765" cy="1785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Presentación desarrollo</a:t>
            </a:r>
          </a:p>
          <a:p>
            <a:pPr algn="ctr">
              <a:lnSpc>
                <a:spcPts val="7125"/>
              </a:lnSpc>
            </a:pPr>
            <a:r>
              <a:rPr lang="en-US" sz="508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vehículo con MPC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5839" y="6900418"/>
            <a:ext cx="6741798" cy="3386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5"/>
              </a:lnSpc>
            </a:pPr>
            <a:endParaRPr/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integrantes: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Gabriel Coronado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Lucas Garay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Camilo Prieto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Vicente Mesias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Mario Acevedo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6954694" y="3625427"/>
            <a:ext cx="3097943" cy="3248171"/>
          </a:xfrm>
          <a:custGeom>
            <a:avLst/>
            <a:gdLst/>
            <a:ahLst/>
            <a:cxnLst/>
            <a:rect l="l" t="t" r="r" b="b"/>
            <a:pathLst>
              <a:path w="3097943" h="3248171">
                <a:moveTo>
                  <a:pt x="0" y="0"/>
                </a:moveTo>
                <a:lnTo>
                  <a:pt x="3097944" y="0"/>
                </a:lnTo>
                <a:lnTo>
                  <a:pt x="3097944" y="3248172"/>
                </a:lnTo>
                <a:lnTo>
                  <a:pt x="0" y="3248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574889" y="1367526"/>
            <a:ext cx="3584094" cy="3584094"/>
          </a:xfrm>
          <a:custGeom>
            <a:avLst/>
            <a:gdLst/>
            <a:ahLst/>
            <a:cxnLst/>
            <a:rect l="l" t="t" r="r" b="b"/>
            <a:pathLst>
              <a:path w="3584094" h="3584094">
                <a:moveTo>
                  <a:pt x="0" y="0"/>
                </a:moveTo>
                <a:lnTo>
                  <a:pt x="3584093" y="0"/>
                </a:lnTo>
                <a:lnTo>
                  <a:pt x="3584093" y="3584094"/>
                </a:lnTo>
                <a:lnTo>
                  <a:pt x="0" y="35840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11328651" y="2299234"/>
            <a:ext cx="2652386" cy="2652386"/>
          </a:xfrm>
          <a:custGeom>
            <a:avLst/>
            <a:gdLst/>
            <a:ahLst/>
            <a:cxnLst/>
            <a:rect l="l" t="t" r="r" b="b"/>
            <a:pathLst>
              <a:path w="2652386" h="2652386">
                <a:moveTo>
                  <a:pt x="0" y="0"/>
                </a:moveTo>
                <a:lnTo>
                  <a:pt x="2652386" y="0"/>
                </a:lnTo>
                <a:lnTo>
                  <a:pt x="2652386" y="2652386"/>
                </a:lnTo>
                <a:lnTo>
                  <a:pt x="0" y="2652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>
            <a:off x="3554238" y="2151974"/>
            <a:ext cx="3149476" cy="3599401"/>
          </a:xfrm>
          <a:custGeom>
            <a:avLst/>
            <a:gdLst/>
            <a:ahLst/>
            <a:cxnLst/>
            <a:rect l="l" t="t" r="r" b="b"/>
            <a:pathLst>
              <a:path w="3149476" h="3599401">
                <a:moveTo>
                  <a:pt x="0" y="0"/>
                </a:moveTo>
                <a:lnTo>
                  <a:pt x="3149476" y="0"/>
                </a:lnTo>
                <a:lnTo>
                  <a:pt x="3149476" y="3599401"/>
                </a:lnTo>
                <a:lnTo>
                  <a:pt x="0" y="35994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10855978" y="5296900"/>
            <a:ext cx="4414756" cy="3153397"/>
          </a:xfrm>
          <a:custGeom>
            <a:avLst/>
            <a:gdLst/>
            <a:ahLst/>
            <a:cxnLst/>
            <a:rect l="l" t="t" r="r" b="b"/>
            <a:pathLst>
              <a:path w="4414756" h="3153397">
                <a:moveTo>
                  <a:pt x="0" y="0"/>
                </a:moveTo>
                <a:lnTo>
                  <a:pt x="4414756" y="0"/>
                </a:lnTo>
                <a:lnTo>
                  <a:pt x="4414756" y="3153397"/>
                </a:lnTo>
                <a:lnTo>
                  <a:pt x="0" y="31533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>
            <a:off x="1220440" y="5038837"/>
            <a:ext cx="2938542" cy="3669523"/>
          </a:xfrm>
          <a:custGeom>
            <a:avLst/>
            <a:gdLst/>
            <a:ahLst/>
            <a:cxnLst/>
            <a:rect l="l" t="t" r="r" b="b"/>
            <a:pathLst>
              <a:path w="2938542" h="3669523">
                <a:moveTo>
                  <a:pt x="0" y="0"/>
                </a:moveTo>
                <a:lnTo>
                  <a:pt x="2938542" y="0"/>
                </a:lnTo>
                <a:lnTo>
                  <a:pt x="2938542" y="3669523"/>
                </a:lnTo>
                <a:lnTo>
                  <a:pt x="0" y="36695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13263824" y="2613647"/>
            <a:ext cx="3591520" cy="3432402"/>
          </a:xfrm>
          <a:custGeom>
            <a:avLst/>
            <a:gdLst/>
            <a:ahLst/>
            <a:cxnLst/>
            <a:rect l="l" t="t" r="r" b="b"/>
            <a:pathLst>
              <a:path w="3591520" h="3432402">
                <a:moveTo>
                  <a:pt x="0" y="0"/>
                </a:moveTo>
                <a:lnTo>
                  <a:pt x="3591520" y="0"/>
                </a:lnTo>
                <a:lnTo>
                  <a:pt x="3591520" y="3432402"/>
                </a:lnTo>
                <a:lnTo>
                  <a:pt x="0" y="34324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TextBox 10"/>
          <p:cNvSpPr txBox="1"/>
          <p:nvPr/>
        </p:nvSpPr>
        <p:spPr>
          <a:xfrm>
            <a:off x="3341618" y="1126553"/>
            <a:ext cx="11604765" cy="88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Etapa 1: selección de hardware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19283" y="6241431"/>
            <a:ext cx="6619387" cy="49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4"/>
              </a:lnSpc>
            </a:pPr>
            <a:r>
              <a:rPr lang="en-US" sz="2903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X 4 = 14 V aprox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585717" y="3695699"/>
            <a:ext cx="7282709" cy="4239965"/>
          </a:xfrm>
          <a:custGeom>
            <a:avLst/>
            <a:gdLst/>
            <a:ahLst/>
            <a:cxnLst/>
            <a:rect l="l" t="t" r="r" b="b"/>
            <a:pathLst>
              <a:path w="7611391" h="4566834">
                <a:moveTo>
                  <a:pt x="0" y="0"/>
                </a:moveTo>
                <a:lnTo>
                  <a:pt x="7611390" y="0"/>
                </a:lnTo>
                <a:lnTo>
                  <a:pt x="7611390" y="4566834"/>
                </a:lnTo>
                <a:lnTo>
                  <a:pt x="0" y="4566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3341618" y="736892"/>
            <a:ext cx="11604765" cy="1785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Etapa 2: modelado 3D estructura y piezas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17C6E08-1E0F-38A5-0F6B-25D355564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3695699"/>
            <a:ext cx="7891046" cy="42399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5967802" y="2442600"/>
            <a:ext cx="6352395" cy="5401799"/>
          </a:xfrm>
          <a:custGeom>
            <a:avLst/>
            <a:gdLst/>
            <a:ahLst/>
            <a:cxnLst/>
            <a:rect l="l" t="t" r="r" b="b"/>
            <a:pathLst>
              <a:path w="6352395" h="5401799">
                <a:moveTo>
                  <a:pt x="0" y="0"/>
                </a:moveTo>
                <a:lnTo>
                  <a:pt x="6352396" y="0"/>
                </a:lnTo>
                <a:lnTo>
                  <a:pt x="6352396" y="5401800"/>
                </a:lnTo>
                <a:lnTo>
                  <a:pt x="0" y="5401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3341618" y="736892"/>
            <a:ext cx="11604765" cy="88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Etapa 3: Montaje de vehículo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33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449251" y="3944758"/>
            <a:ext cx="6898079" cy="5458105"/>
          </a:xfrm>
          <a:custGeom>
            <a:avLst/>
            <a:gdLst/>
            <a:ahLst/>
            <a:cxnLst/>
            <a:rect l="l" t="t" r="r" b="b"/>
            <a:pathLst>
              <a:path w="6898079" h="5458105">
                <a:moveTo>
                  <a:pt x="0" y="0"/>
                </a:moveTo>
                <a:lnTo>
                  <a:pt x="6898079" y="0"/>
                </a:lnTo>
                <a:lnTo>
                  <a:pt x="6898079" y="5458105"/>
                </a:lnTo>
                <a:lnTo>
                  <a:pt x="0" y="5458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7537220" y="4790158"/>
            <a:ext cx="9722080" cy="1883653"/>
          </a:xfrm>
          <a:custGeom>
            <a:avLst/>
            <a:gdLst/>
            <a:ahLst/>
            <a:cxnLst/>
            <a:rect l="l" t="t" r="r" b="b"/>
            <a:pathLst>
              <a:path w="9722080" h="1883653">
                <a:moveTo>
                  <a:pt x="0" y="0"/>
                </a:moveTo>
                <a:lnTo>
                  <a:pt x="9722080" y="0"/>
                </a:lnTo>
                <a:lnTo>
                  <a:pt x="9722080" y="1883653"/>
                </a:lnTo>
                <a:lnTo>
                  <a:pt x="0" y="1883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3341618" y="736892"/>
            <a:ext cx="11604765" cy="1785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Etapa 4: </a:t>
            </a:r>
            <a:r>
              <a:rPr lang="en-US" sz="5089" b="1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generación</a:t>
            </a:r>
            <a:r>
              <a:rPr lang="en-US" sz="5089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5089" b="1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referencia</a:t>
            </a:r>
            <a:r>
              <a:rPr lang="en-US" sz="5089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y </a:t>
            </a:r>
            <a:r>
              <a:rPr lang="en-US" sz="5089" b="1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obtención</a:t>
            </a:r>
            <a:r>
              <a:rPr lang="en-US" sz="5089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la planta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2278167" y="2559967"/>
            <a:ext cx="1160476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Driving scenario simulator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83235" y="3784067"/>
            <a:ext cx="1160476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parametros auto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33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3341618" y="736892"/>
            <a:ext cx="11604765" cy="1785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Etapa 4: </a:t>
            </a:r>
            <a:r>
              <a:rPr lang="en-US" sz="5089" b="1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generación</a:t>
            </a:r>
            <a:r>
              <a:rPr lang="en-US" sz="5089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5089" b="1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referencia</a:t>
            </a:r>
            <a:r>
              <a:rPr lang="en-US" sz="5089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y </a:t>
            </a:r>
            <a:r>
              <a:rPr lang="en-US" sz="5089" b="1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obtención</a:t>
            </a:r>
            <a:r>
              <a:rPr lang="en-US" sz="5089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la planta</a:t>
            </a:r>
          </a:p>
        </p:txBody>
      </p:sp>
      <p:sp>
        <p:nvSpPr>
          <p:cNvPr id="4" name="Freeform 4"/>
          <p:cNvSpPr/>
          <p:nvPr/>
        </p:nvSpPr>
        <p:spPr>
          <a:xfrm>
            <a:off x="367019" y="5043489"/>
            <a:ext cx="8776981" cy="1835708"/>
          </a:xfrm>
          <a:custGeom>
            <a:avLst/>
            <a:gdLst/>
            <a:ahLst/>
            <a:cxnLst/>
            <a:rect l="l" t="t" r="r" b="b"/>
            <a:pathLst>
              <a:path w="8776981" h="1835708">
                <a:moveTo>
                  <a:pt x="0" y="0"/>
                </a:moveTo>
                <a:lnTo>
                  <a:pt x="8776981" y="0"/>
                </a:lnTo>
                <a:lnTo>
                  <a:pt x="8776981" y="1835708"/>
                </a:lnTo>
                <a:lnTo>
                  <a:pt x="0" y="183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9229490" y="4683063"/>
            <a:ext cx="8029810" cy="4392269"/>
          </a:xfrm>
          <a:custGeom>
            <a:avLst/>
            <a:gdLst/>
            <a:ahLst/>
            <a:cxnLst/>
            <a:rect l="l" t="t" r="r" b="b"/>
            <a:pathLst>
              <a:path w="8029810" h="4392269">
                <a:moveTo>
                  <a:pt x="0" y="0"/>
                </a:moveTo>
                <a:lnTo>
                  <a:pt x="8029810" y="0"/>
                </a:lnTo>
                <a:lnTo>
                  <a:pt x="8029810" y="4392269"/>
                </a:lnTo>
                <a:lnTo>
                  <a:pt x="0" y="4392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3141655" y="3720805"/>
            <a:ext cx="1160476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matrices de estado y obtención state space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028700" y="2983018"/>
            <a:ext cx="11709599" cy="3000585"/>
          </a:xfrm>
          <a:custGeom>
            <a:avLst/>
            <a:gdLst/>
            <a:ahLst/>
            <a:cxnLst/>
            <a:rect l="l" t="t" r="r" b="b"/>
            <a:pathLst>
              <a:path w="11709599" h="3000585">
                <a:moveTo>
                  <a:pt x="0" y="0"/>
                </a:moveTo>
                <a:lnTo>
                  <a:pt x="11709599" y="0"/>
                </a:lnTo>
                <a:lnTo>
                  <a:pt x="11709599" y="3000585"/>
                </a:lnTo>
                <a:lnTo>
                  <a:pt x="0" y="300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565791" y="7060951"/>
            <a:ext cx="4498507" cy="2621177"/>
          </a:xfrm>
          <a:custGeom>
            <a:avLst/>
            <a:gdLst/>
            <a:ahLst/>
            <a:cxnLst/>
            <a:rect l="l" t="t" r="r" b="b"/>
            <a:pathLst>
              <a:path w="4498507" h="2621177">
                <a:moveTo>
                  <a:pt x="0" y="0"/>
                </a:moveTo>
                <a:lnTo>
                  <a:pt x="4498507" y="0"/>
                </a:lnTo>
                <a:lnTo>
                  <a:pt x="4498507" y="2621177"/>
                </a:lnTo>
                <a:lnTo>
                  <a:pt x="0" y="2621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6361748" y="6910701"/>
            <a:ext cx="5020346" cy="2921677"/>
          </a:xfrm>
          <a:custGeom>
            <a:avLst/>
            <a:gdLst/>
            <a:ahLst/>
            <a:cxnLst/>
            <a:rect l="l" t="t" r="r" b="b"/>
            <a:pathLst>
              <a:path w="5020346" h="2921677">
                <a:moveTo>
                  <a:pt x="0" y="0"/>
                </a:moveTo>
                <a:lnTo>
                  <a:pt x="5020346" y="0"/>
                </a:lnTo>
                <a:lnTo>
                  <a:pt x="5020346" y="2921677"/>
                </a:lnTo>
                <a:lnTo>
                  <a:pt x="0" y="29216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3341618" y="752479"/>
            <a:ext cx="11604765" cy="1785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Etapa 5: lazo de control en Matlab y diseño de MPC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4324" y="6383653"/>
            <a:ext cx="1160476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definir weights, constrains, mpc structure, io atributes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5329558" y="534976"/>
            <a:ext cx="12381979" cy="8512611"/>
          </a:xfrm>
          <a:custGeom>
            <a:avLst/>
            <a:gdLst/>
            <a:ahLst/>
            <a:cxnLst/>
            <a:rect l="l" t="t" r="r" b="b"/>
            <a:pathLst>
              <a:path w="12381979" h="8512611">
                <a:moveTo>
                  <a:pt x="0" y="0"/>
                </a:moveTo>
                <a:lnTo>
                  <a:pt x="12381979" y="0"/>
                </a:lnTo>
                <a:lnTo>
                  <a:pt x="12381979" y="8512610"/>
                </a:lnTo>
                <a:lnTo>
                  <a:pt x="0" y="8512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0" y="2813315"/>
            <a:ext cx="5329558" cy="386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7"/>
              </a:lnSpc>
            </a:pPr>
            <a:r>
              <a:rPr lang="en-US" sz="5491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Etapa 6: resultados simulink para confirmar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927278" y="6811783"/>
            <a:ext cx="3147762" cy="2455946"/>
          </a:xfrm>
          <a:custGeom>
            <a:avLst/>
            <a:gdLst/>
            <a:ahLst/>
            <a:cxnLst/>
            <a:rect l="l" t="t" r="r" b="b"/>
            <a:pathLst>
              <a:path w="3147762" h="2455946">
                <a:moveTo>
                  <a:pt x="0" y="0"/>
                </a:moveTo>
                <a:lnTo>
                  <a:pt x="3147762" y="0"/>
                </a:lnTo>
                <a:lnTo>
                  <a:pt x="3147762" y="2455946"/>
                </a:lnTo>
                <a:lnTo>
                  <a:pt x="0" y="2455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5971209" y="3540335"/>
            <a:ext cx="10211018" cy="1088901"/>
          </a:xfrm>
          <a:custGeom>
            <a:avLst/>
            <a:gdLst/>
            <a:ahLst/>
            <a:cxnLst/>
            <a:rect l="l" t="t" r="r" b="b"/>
            <a:pathLst>
              <a:path w="10211018" h="1088901">
                <a:moveTo>
                  <a:pt x="0" y="0"/>
                </a:moveTo>
                <a:lnTo>
                  <a:pt x="10211018" y="0"/>
                </a:lnTo>
                <a:lnTo>
                  <a:pt x="10211018" y="1088901"/>
                </a:lnTo>
                <a:lnTo>
                  <a:pt x="0" y="10889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7925566" y="5143500"/>
            <a:ext cx="3961646" cy="3961646"/>
          </a:xfrm>
          <a:custGeom>
            <a:avLst/>
            <a:gdLst/>
            <a:ahLst/>
            <a:cxnLst/>
            <a:rect l="l" t="t" r="r" b="b"/>
            <a:pathLst>
              <a:path w="3961646" h="3961646">
                <a:moveTo>
                  <a:pt x="0" y="0"/>
                </a:moveTo>
                <a:lnTo>
                  <a:pt x="3961646" y="0"/>
                </a:lnTo>
                <a:lnTo>
                  <a:pt x="3961646" y="3961646"/>
                </a:lnTo>
                <a:lnTo>
                  <a:pt x="0" y="39616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>
            <a:off x="600593" y="2929152"/>
            <a:ext cx="3801131" cy="3400168"/>
          </a:xfrm>
          <a:custGeom>
            <a:avLst/>
            <a:gdLst/>
            <a:ahLst/>
            <a:cxnLst/>
            <a:rect l="l" t="t" r="r" b="b"/>
            <a:pathLst>
              <a:path w="3801131" h="3400168">
                <a:moveTo>
                  <a:pt x="0" y="0"/>
                </a:moveTo>
                <a:lnTo>
                  <a:pt x="3801131" y="0"/>
                </a:lnTo>
                <a:lnTo>
                  <a:pt x="3801131" y="3400168"/>
                </a:lnTo>
                <a:lnTo>
                  <a:pt x="0" y="3400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7" name="Group 7"/>
          <p:cNvGrpSpPr/>
          <p:nvPr/>
        </p:nvGrpSpPr>
        <p:grpSpPr>
          <a:xfrm>
            <a:off x="4811529" y="5459667"/>
            <a:ext cx="2704232" cy="270423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44677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341618" y="129021"/>
            <a:ext cx="11604765" cy="269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Etapa 7: Exportar a código en arduino con matlab y probar resultados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9864675" y="1050843"/>
            <a:ext cx="3100899" cy="2248152"/>
          </a:xfrm>
          <a:custGeom>
            <a:avLst/>
            <a:gdLst/>
            <a:ahLst/>
            <a:cxnLst/>
            <a:rect l="l" t="t" r="r" b="b"/>
            <a:pathLst>
              <a:path w="3100899" h="2248152">
                <a:moveTo>
                  <a:pt x="0" y="0"/>
                </a:moveTo>
                <a:lnTo>
                  <a:pt x="3100899" y="0"/>
                </a:lnTo>
                <a:lnTo>
                  <a:pt x="3100899" y="2248151"/>
                </a:lnTo>
                <a:lnTo>
                  <a:pt x="0" y="2248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11415124" y="3330388"/>
            <a:ext cx="2181221" cy="1951135"/>
          </a:xfrm>
          <a:custGeom>
            <a:avLst/>
            <a:gdLst/>
            <a:ahLst/>
            <a:cxnLst/>
            <a:rect l="l" t="t" r="r" b="b"/>
            <a:pathLst>
              <a:path w="2181221" h="1951135">
                <a:moveTo>
                  <a:pt x="0" y="0"/>
                </a:moveTo>
                <a:lnTo>
                  <a:pt x="2181221" y="0"/>
                </a:lnTo>
                <a:lnTo>
                  <a:pt x="2181221" y="1951135"/>
                </a:lnTo>
                <a:lnTo>
                  <a:pt x="0" y="19511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>
            <a:off x="2800272" y="6675073"/>
            <a:ext cx="4847218" cy="2714442"/>
          </a:xfrm>
          <a:custGeom>
            <a:avLst/>
            <a:gdLst/>
            <a:ahLst/>
            <a:cxnLst/>
            <a:rect l="l" t="t" r="r" b="b"/>
            <a:pathLst>
              <a:path w="4847218" h="2714442">
                <a:moveTo>
                  <a:pt x="0" y="0"/>
                </a:moveTo>
                <a:lnTo>
                  <a:pt x="4847218" y="0"/>
                </a:lnTo>
                <a:lnTo>
                  <a:pt x="4847218" y="2714442"/>
                </a:lnTo>
                <a:lnTo>
                  <a:pt x="0" y="2714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9908320" y="6757153"/>
            <a:ext cx="3714116" cy="2804232"/>
          </a:xfrm>
          <a:custGeom>
            <a:avLst/>
            <a:gdLst/>
            <a:ahLst/>
            <a:cxnLst/>
            <a:rect l="l" t="t" r="r" b="b"/>
            <a:pathLst>
              <a:path w="3714116" h="2804232">
                <a:moveTo>
                  <a:pt x="0" y="0"/>
                </a:moveTo>
                <a:lnTo>
                  <a:pt x="3714116" y="0"/>
                </a:lnTo>
                <a:lnTo>
                  <a:pt x="3714116" y="2804232"/>
                </a:lnTo>
                <a:lnTo>
                  <a:pt x="0" y="28042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8"/>
          <p:cNvGrpSpPr/>
          <p:nvPr/>
        </p:nvGrpSpPr>
        <p:grpSpPr>
          <a:xfrm>
            <a:off x="8164902" y="7752465"/>
            <a:ext cx="1226006" cy="122600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341618" y="148336"/>
            <a:ext cx="11604765" cy="88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 conclusión</a:t>
            </a:r>
          </a:p>
        </p:txBody>
      </p:sp>
      <p:sp>
        <p:nvSpPr>
          <p:cNvPr id="12" name="Signo de multiplicación 11">
            <a:extLst>
              <a:ext uri="{FF2B5EF4-FFF2-40B4-BE49-F238E27FC236}">
                <a16:creationId xmlns:a16="http://schemas.microsoft.com/office/drawing/2014/main" id="{E07F13C9-0FEF-3613-0C21-60E86B8230A7}"/>
              </a:ext>
            </a:extLst>
          </p:cNvPr>
          <p:cNvSpPr/>
          <p:nvPr/>
        </p:nvSpPr>
        <p:spPr>
          <a:xfrm>
            <a:off x="2971800" y="1557458"/>
            <a:ext cx="4343400" cy="335280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69E1BD2C-5912-2033-C973-2957AEFE69E0}"/>
              </a:ext>
            </a:extLst>
          </p:cNvPr>
          <p:cNvSpPr/>
          <p:nvPr/>
        </p:nvSpPr>
        <p:spPr>
          <a:xfrm>
            <a:off x="7885452" y="2628900"/>
            <a:ext cx="1524000" cy="137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120</Words>
  <Application>Microsoft Office PowerPoint</Application>
  <PresentationFormat>Personalizado</PresentationFormat>
  <Paragraphs>23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League Spartan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desarrollo</dc:title>
  <cp:lastModifiedBy>CORONADO CASTAÑEDA GABRIEL I</cp:lastModifiedBy>
  <cp:revision>2</cp:revision>
  <dcterms:created xsi:type="dcterms:W3CDTF">2006-08-16T00:00:00Z</dcterms:created>
  <dcterms:modified xsi:type="dcterms:W3CDTF">2026-04-29T16:39:59Z</dcterms:modified>
  <dc:identifier>DAHINwGKfvs</dc:identifier>
</cp:coreProperties>
</file>